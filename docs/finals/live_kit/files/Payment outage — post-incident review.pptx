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785"/>
                </a:solidFill>
              </a:rPr>
              <a:t>PAYMENTS ENGINEERING · HELD 28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</a:rPr>
              <a:t>Payment outage — post-incident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785"/>
                </a:solidFill>
              </a:rPr>
              <a:t>Company A internal - synthetic demonstration data, invented for Walnut DataBridge.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Incident: card authorisations failed intermittently for 47 minutes on 19 August 2026.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Review chaired by Rajesh Menon; notes by Jordan Doe; attendees from Payments, SRE and Support.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RCA page: https://companya.atlassian.net/wiki/spaces/payment-gateway/pages/cf-1002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785"/>
                </a:solidFill>
              </a:rPr>
              <a:t>WHAT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</a:rPr>
              <a:t>Timeline (SGT, 19 August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785"/>
                </a:solidFill>
              </a:rPr>
              <a:t>Company A internal - synthetic demonstration data, invented for Walnut DataBridge.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3268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Event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14:02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First soft declines at the card-network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14:09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Support escalates merchant complaints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14:21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SRE paged (support noticed before monitoring)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14:38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Expired intermediate TLS certificate identified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14:49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New certificate deployed; authorisations recover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785"/>
                </a:solidFill>
              </a:rPr>
              <a:t>WHY IT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</a:rPr>
              <a:t>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785"/>
                </a:solidFill>
              </a:rPr>
              <a:t>Company A internal - synthetic demonstration data, invented for Walnut DataBridge.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Certificate renewal for the card-network gateway was a manual calendar task.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The reminder went to a deactivated mailbox of an engineer who had left.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No expiry monitoring on outbound mTLS endpoints; the failover path shared the same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785"/>
                </a:solidFill>
              </a:rPr>
              <a:t>WHAT WE ARE DOING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</a:rPr>
              <a:t>Follow-up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785"/>
                </a:solidFill>
              </a:rPr>
              <a:t>Company A internal - synthetic demonstration data, invented for Walnut DataBridge.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583680"/>
                <a:gridCol w="128016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PAY-201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Certificate expiry alerts for every outbound mTLS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tom.b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In Progress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PAY-202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Move card-network certificate renewal to the cert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tom.b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In Progress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PAY-203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Separate certificate chain for the failover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tom.b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In Progress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PAY-204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Alert on authorisation success rate below 95% for 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tom.b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Done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PAY-205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Audit ownership of shared mailboxes and calendar reminders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tom.b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785"/>
                </a:solidFill>
              </a:rPr>
              <a:t>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</a:rPr>
              <a:t>Decision from the post-incident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785"/>
                </a:solidFill>
              </a:rPr>
              <a:t>Company A internal - synthetic demonstration data, invented for Walnut DataBridge.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•  Decision: all five follow-up tickets, PAY-201 to PAY-205, must close by 30 November 2026.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•  PAY-203 is the riskiest: failover chain separation needs a maintenance window.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A37"/>
                </a:solidFill>
              </a:rPr>
              <a:t>•  Next review: 4 December 2026, same attendees.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785"/>
                </a:solidFill>
              </a:rPr>
              <a:t>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</a:rPr>
              <a:t>What went well, and what we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785"/>
                </a:solidFill>
              </a:rPr>
              <a:t>Company A internal - synthetic demonstration data, invented for Walnut DataBridge.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Rollback tooling worked; the status page was updated within 15 minutes.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PAY-204 is live: the success-rate alert now pages before support has to.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37"/>
                </a:solidFill>
              </a:rPr>
              <a:t>•  Owners named for every renewal; no reminder goes to a personal mailbox.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outage — post-incident review</dc:title>
  <dc:subject/>
  <dc:creator>Jordan Doe</dc:creator>
  <cp:keywords/>
  <dc:description>generated using python-pptx</dc:description>
  <cp:lastModifiedBy>Steve Canny</cp:lastModifiedBy>
  <cp:revision>1</cp:revision>
  <dcterms:created xsi:type="dcterms:W3CDTF">2026-10-30T00:00:00Z</dcterms:created>
  <dcterms:modified xsi:type="dcterms:W3CDTF">2026-10-30T00:00:00Z</dcterms:modified>
  <cp:category/>
</cp:coreProperties>
</file>