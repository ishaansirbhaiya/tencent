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Hi, we are Walnut. This is the Internal Brain, our entry for Aspire's FinTech challenge: one place to ask questions across the company's tools, answered only from what you are allowed to see, with every access on an audit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company already has the answers. The problem, as Harvard Business Review puts it, is plain old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quarter of the week goes on searching. Over five hours a week waiting on colleagues. And 42 percent of know-how sits in people's heads.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AI does not fix it on its own: Gartner expects most AI projects without AI-ready data to be abandoned.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 fintech there is a second edge. A careless assistant can tip off a customer, leak card data or follow instructions hidden in a document. That is the problem Aspire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heard the same thing from teams across finance and beyond, and Aspire said it directly at the kick-off: answering 'what can we offer this customer' takes time right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is what Walnut does: it makes scattered data usable, and in a fintech, safe to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layers on one foundation: the company brain underneath, and the Internal Brain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knowledge sits in a dozen places, each with its own permission model. That is what makes a safe assistant hard.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Walnut pulls those pieces into one record. Here, a database migration: the plan from Confluence, the ticket from Jira, the blocker from Slack, each linked to its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steps: connect, understand, convert, prove and protect. The last two are what a fintech needs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company brain itself: a relationship map, full history you can rewind, source snapshots and change tracking. It is Walnut's original engine, reused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question goes through the same five steps. The key property: a restricted answer looks exactly like an answer about something that does not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real app. Same question, two people. Jordan gets the answer; Ken gets a polite no, with no hint that anything is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compliance: plain-English audit search, a reasoned reveal, and a sealed log. Our tamper demo edits, deletes and rolls back the log, and verification catches all six attacks.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attacked it on purpose: almost six thousand adversarial requests with zero leaks, four hundred paired answers with zero differences, and every scenario covered by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Aspire gets its time back: faster customer answers, no tipping-off risk, audits in minutes, safe onboarding.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and control: it runs in your environment, with your choice of model, checks access twice, keeps a person in control and masks sensitive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 with Tencent tools throughout: CodeBuddy for the build, WorkBuddy as a front door, Hy3 through TokenHub for answers, a Lighthouse deploy kit and Miora for the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value is time back, about 1.3 million US dollars a year for a 600-person fintech in our base case, and risk removed: without this, an internal assistant cannot be rolled out under MAS supervision.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Walnut wins: live permission checks, restricted indistinguishable from non-existent, a tamper-evident audit, and evidence behind every figure, in one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Dev, Mehul, Aaruni and Ishaan, and we have lived this problem in finance, insurance, design and security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step: a pilot on one workflow, starting with our leak harness run against Aspire's own permissions.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