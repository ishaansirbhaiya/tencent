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we're team Walnut. This is the Internal Brain: one place to ask questions across Aspire's four tools, answered only from what the person asking is allowed to open, with every access audited.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loses time searching. The obvious fix is an AI assistant, but assistants that can read everything have leaked: Copilot oversharing, EchoLeak, prompt injection in Slack AI. In a fintech that is not just embarrassing; tipping off a customer about a suspicious-transaction report is an offence. That is why Aspire set this problem.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idea on one screen. The same question from an engineer and a contractor. The engineer gets a cited answer from three platforms. The contractor gets the same polite refusal he'd get for something that doesn't exist. Restricted looks exactly like non-existent.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works, in five steps. Identity only from a signed token. Gate one searches only what you can open, using each platform's own rules. Gate two asks the platform again, live, for every passage. The model sees only what passed, and a grounding check drops anything unsupported. And the audit record is written before anything is shown.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knowledge map shows what each person can open, checked live with each source. Jordan sees 867 items; Ken sees 24. The map never hints that anything else exists.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top of the general system we added four fintech pieces as data and configuration: a FinCrime compartment against tipping-off, market-specific answers to Aspire's 'what can we offer this customer' question, approved-only policies, and masking of card numbers and national IDs.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compliance: a plain-English audit search that turns into a visible filter, every allow and deny decision, and a reveal of answer text that needs a reason and is itself logged. Verify audit chain re-checks every record; our tamper demo shows edits, deletions and rollbacks being caught.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attacked it on purpose: nearly six thousand adversarial requests with zero leaks, four hundred paired questions with zero differences, and zero prompt-injection failures. The evaluation has its own canaries, so it can't pass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Tencent tools are in the build, not bolted on. CodeBuddy ran six sessions, including a security review on Hy3 that found real issues we then fixed. WorkBuddy is a second front door, where each workspace carries its own signed token, so the model can never choose who you 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Underneath is Walnut, the evidence engine we built before this event. Every value carries a pointer to its source, and the sealed ledger and grounding wall come from it. Ninety-three percent of the code is that original base, reused unchanged.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Aspire, this is a four-week path: connect the real tools, swap demo sign-in for SSO, run the same leak evaluation on Aspire's own permissions, then pilot with one team. It already logs what the new MAS AI risk guidelines ask firms to keep track of.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explicit about limits: mocked platforms, demo sign-in, grounding that checks values but not relations, the sealing-key window, and a Hy3 evaluation run that's still pending.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Everything here is in the repository, starting from INTERNAL_BRAIN.md, with the evidence behind every claim.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